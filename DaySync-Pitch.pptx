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173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DaySync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planner built around a student’s actual school day.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Prototype · live &amp; installable · seeking first users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Students run their lives on nothing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64008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55064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Scattered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1965960"/>
            <a:ext cx="2212848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Timetable in one app, homework in another, grades on a school portal, everything else on paper.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46704" y="150876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655064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 built for school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47872" y="1965960"/>
            <a:ext cx="2212848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Notion and Todoist assume a 9–5. They know nothing about a rotating timetable or a term break.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44768" y="150876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1655064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Abandoned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45936" y="1965960"/>
            <a:ext cx="2212848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Planners ask for a 20-question setup before they show you anything. Students bounce.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result: most students plan their week in their head — and forget the book, the test, and the deadline.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app for the whole student 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64008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Knows the school day — built on the rotating cycle-day timetable, term breaks and public holidays.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School and life in one place — classes, homework, grades, routines, focus, reminders.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Opens to your day in two questions. No setup wall, no account required.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Works with no signal, and installs to the Home Screen like a native app.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70332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Built by a 13-year-old student, for students — not guessed at by adults.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already works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64008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2615184" cy="1389888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55064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1965960"/>
            <a:ext cx="221284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Your day split into morning, afternoon and night. Tap a task to open its steps; drag to reorder.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46704" y="1508760"/>
            <a:ext cx="2615184" cy="1389888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655064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Academics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47872" y="1965960"/>
            <a:ext cx="221284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Cycle-day timetable, homework, assignments, grades, and an auto-built “what to pack” list.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44768" y="1508760"/>
            <a:ext cx="2615184" cy="1389888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1655064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Calendar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45936" y="1965960"/>
            <a:ext cx="221284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Tests and dates, with school holidays and public holidays already in 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81528"/>
            <a:ext cx="2615184" cy="1389888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227832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Focus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3538728"/>
            <a:ext cx="221284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full-screen distraction-free timer, with the apps you commit to avoiding.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46704" y="3081528"/>
            <a:ext cx="2615184" cy="1389888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7872" y="3227832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Reminders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47872" y="3538728"/>
            <a:ext cx="221284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Timed nudges that repeat on any interval you like.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44768" y="3081528"/>
            <a:ext cx="2615184" cy="1389888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5936" y="3227832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45936" y="3538728"/>
            <a:ext cx="2212848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XP, levels and a login streak — progress you can see.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WHY IT WINS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moat is the boring stuff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64008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Timetable-native. The rotating cycle day is the thing every generic planner gets wrong — and it’s the thing that makes school usable.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Zero marginal cost. No AI bills, no API fees. Every feature — including the workout generator — runs on the device.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Privacy by default. Data lives on the phone. Nothing to leak, nothing to sell, easy for a school to say yes to.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Offline-first. Works on a school bus, in a basement classroom, on a dead network.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Distribution is a link. No app store review, no gatekeeper — it installs from a WhatsApp message.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Prototype — built, live, installable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64008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3968496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007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011680"/>
            <a:ext cx="356616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Full product shipped and deployed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Installs to iPhone home screen (PWA)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Works fully offline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Pre-launch audit passed: 9 real bugs found and fixed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Zero infrastructure cost to date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0016" y="1554480"/>
            <a:ext cx="3968496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01184" y="17007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 yet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01184" y="2011680"/>
            <a:ext cx="356616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No users — has not launched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No revenue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No accounts / cloud sync (built, switched off)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No push notifications yet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 are pre-launch. The next milestone is the first ten real students.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Milestones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64008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713232" cy="45720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17320" y="161848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Prototype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828800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 live and installable. Free, offline, no account.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03704"/>
            <a:ext cx="713232" cy="4572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03704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222199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First users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432304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Launch to one school year group. Learn what students actually use.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07208"/>
            <a:ext cx="713232" cy="4572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07208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17320" y="282549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Stickiness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035808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Optional accounts, cloud sync across devices, push notifications.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410712"/>
            <a:ext cx="713232" cy="4572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10712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17320" y="342900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Scale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3639312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Real school timetable import. Word-of-mouth to a whole school.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014216"/>
            <a:ext cx="713232" cy="4572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14216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403250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Revenue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424281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Turn on the business model once retention is proven.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BUSINESS MODEL — FUTURE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Free to students. Paid by schools.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64008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2615184" cy="2148840"/>
          </a:xfrm>
          <a:prstGeom prst="roundRect">
            <a:avLst>
              <a:gd name="adj" fmla="val 34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00784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— free, forever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011680"/>
            <a:ext cx="2212848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whole planner. No ads, no data selling. Free is the growth engine: a student will not pay to try a planner, and a school will not adopt one nobody uses.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46704" y="1554480"/>
            <a:ext cx="2615184" cy="2148840"/>
          </a:xfrm>
          <a:prstGeom prst="roundRect">
            <a:avLst>
              <a:gd name="adj" fmla="val 34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700784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Premium — student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47872" y="2011680"/>
            <a:ext cx="2212848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small monthly fee for cloud sync across devices, backup, notifications, and deeper grade insight. Opt-in, never a wall.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44768" y="1554480"/>
            <a:ext cx="2615184" cy="2148840"/>
          </a:xfrm>
          <a:prstGeom prst="roundRect">
            <a:avLst>
              <a:gd name="adj" fmla="val 34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1700784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Schools — the real revenue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45936" y="2011680"/>
            <a:ext cx="2212848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Per-school licence: push the official timetable and term dates to every student, plus an admin view. One sale reaches a thousand students.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 switched on yet — by design. Retention first, revenue second.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student has this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64008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2615184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~800k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school students in New Zealand — the beachhead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46704" y="1645920"/>
            <a:ext cx="2615184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46704" y="1783080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~1.5B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529584" y="242316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students in school worldwide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44768" y="1645920"/>
            <a:ext cx="2615184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4768" y="1783080"/>
            <a:ext cx="2615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$0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27648" y="242316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marginal cost to serve one more student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Start with one year group, in one school, in one city. Win it properly, then repeat.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366F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we need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64008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Users, not money — first. Ten students using it for a month tells us more than any funding round.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Intros to a school that will let us pilot with one year group.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small amount of funding to cover cloud sync, notifications and design polish.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Advice on turning a product students love into a product schools buy.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749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daysync.vercel.app  ·  Brian Kim  ·  briankimnz@gmail.com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DaySync — investor pitch</dc:title>
  <dc:subject>PptxGenJS Presentation</dc:subject>
  <dc:creator>Brian Kim</dc:creator>
  <cp:lastModifiedBy>Brian Kim</cp:lastModifiedBy>
  <cp:revision>1</cp:revision>
  <dcterms:created xsi:type="dcterms:W3CDTF">2026-07-14T01:35:08Z</dcterms:created>
  <dcterms:modified xsi:type="dcterms:W3CDTF">2026-07-14T01:35:08Z</dcterms:modified>
</cp:coreProperties>
</file>